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1" r:id="rId2"/>
    <p:sldId id="258" r:id="rId3"/>
    <p:sldId id="256" r:id="rId4"/>
    <p:sldId id="283" r:id="rId5"/>
    <p:sldId id="276" r:id="rId6"/>
    <p:sldId id="277" r:id="rId7"/>
    <p:sldId id="278" r:id="rId8"/>
    <p:sldId id="279" r:id="rId9"/>
    <p:sldId id="263" r:id="rId10"/>
    <p:sldId id="280" r:id="rId11"/>
    <p:sldId id="265" r:id="rId12"/>
    <p:sldId id="281" r:id="rId13"/>
    <p:sldId id="282" r:id="rId14"/>
    <p:sldId id="268" r:id="rId15"/>
  </p:sldIdLst>
  <p:sldSz cx="12192000" cy="6858000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접수1" initials="접" lastIdx="1" clrIdx="0">
    <p:extLst>
      <p:ext uri="{19B8F6BF-5375-455C-9EA6-DF929625EA0E}">
        <p15:presenceInfo xmlns:p15="http://schemas.microsoft.com/office/powerpoint/2012/main" userId="접수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797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7746" y="0"/>
            <a:ext cx="2943595" cy="49797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98316282-F16A-4B3D-AF1C-652B1E6122C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7076"/>
            <a:ext cx="2943595" cy="497975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7746" y="9427076"/>
            <a:ext cx="2943595" cy="497975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2E8B8D02-4D6E-49C9-9AF5-1D1DC2009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72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797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7746" y="0"/>
            <a:ext cx="2943595" cy="49797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F673E398-E0E5-44E0-87F8-E11837C1903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3" tIns="45702" rIns="91403" bIns="4570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292" y="4776430"/>
            <a:ext cx="5434330" cy="3907989"/>
          </a:xfrm>
          <a:prstGeom prst="rect">
            <a:avLst/>
          </a:prstGeom>
        </p:spPr>
        <p:txBody>
          <a:bodyPr vert="horz" lIns="91403" tIns="45702" rIns="91403" bIns="45702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7076"/>
            <a:ext cx="2943595" cy="497975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7746" y="9427076"/>
            <a:ext cx="2943595" cy="497975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29A4C734-1E0B-4999-8192-DABBDBC446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60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31789-8943-4847-A750-2F8ED55BC738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33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4EAF-E220-4314-BBED-5E897AA8DFE0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182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A8CC-4638-4A4A-B463-BA0905AEB6A0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95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73C1-C7B1-4CEE-AA9D-CFEBE28B78A8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03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2DB3-9A1D-4083-A1E6-42D1020C49D7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58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6D595-4922-4D8C-9D7F-2057CB4B425F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55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88C2D-E430-4336-B77A-9D381593F0F4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475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C95D-8C69-4B5E-8C42-4DB43FFCFC32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61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E492-F543-473C-AC5D-E452ED105EBB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91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5397-3439-4CF9-A760-9B53A71862AD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24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A8AA-F040-4785-86FF-A66032578708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02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2F546-A51B-4DFE-839B-ECBD80134BCD}" type="datetime1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1709E-16C0-48BB-8F2A-190950E146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44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silvertoktok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ipyoyang@naver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CE8E0-685D-D930-1D7F-48745EF4200F}"/>
              </a:ext>
            </a:extLst>
          </p:cNvPr>
          <p:cNvSpPr txBox="1"/>
          <p:nvPr/>
        </p:nvSpPr>
        <p:spPr>
          <a:xfrm>
            <a:off x="2850222" y="4586364"/>
            <a:ext cx="724597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b="1" dirty="0" smtClean="0">
                <a:hlinkClick r:id="rId3"/>
              </a:rPr>
              <a:t>https</a:t>
            </a:r>
            <a:r>
              <a:rPr kumimoji="1" lang="en-US" altLang="ko-KR" sz="1400" b="1" dirty="0">
                <a:hlinkClick r:id="rId3"/>
              </a:rPr>
              <a:t>://</a:t>
            </a:r>
            <a:r>
              <a:rPr kumimoji="1" lang="en-US" altLang="ko-KR" sz="1400" b="1" dirty="0" smtClean="0">
                <a:hlinkClick r:id="rId3"/>
              </a:rPr>
              <a:t>partner.silvertoktok.com</a:t>
            </a:r>
            <a:r>
              <a:rPr kumimoji="1" lang="en-US" altLang="ko-KR" sz="1400" b="1" dirty="0" smtClean="0"/>
              <a:t/>
            </a:r>
            <a:br>
              <a:rPr kumimoji="1" lang="en-US" altLang="ko-KR" sz="1400" b="1" dirty="0" smtClean="0"/>
            </a:br>
            <a:r>
              <a:rPr kumimoji="1" lang="ko-KR" altLang="en-US" sz="1400" b="1" dirty="0" smtClean="0"/>
              <a:t>관리자 계정</a:t>
            </a:r>
            <a:endParaRPr kumimoji="1" lang="en-US" altLang="ko-KR" sz="1400" b="1" dirty="0" smtClean="0"/>
          </a:p>
          <a:p>
            <a:r>
              <a:rPr kumimoji="1" lang="en-US" altLang="ko-KR" sz="1400" b="1" dirty="0" smtClean="0"/>
              <a:t>ID: </a:t>
            </a:r>
            <a:r>
              <a:rPr kumimoji="1" lang="en-US" altLang="ko-KR" sz="1400" b="1" dirty="0" smtClean="0">
                <a:hlinkClick r:id="rId4"/>
              </a:rPr>
              <a:t>vipyoyang@naver.com</a:t>
            </a:r>
            <a:r>
              <a:rPr kumimoji="1" lang="en-US" altLang="ko-KR" sz="1400" b="1" dirty="0" smtClean="0"/>
              <a:t/>
            </a:r>
            <a:br>
              <a:rPr kumimoji="1" lang="en-US" altLang="ko-KR" sz="1400" b="1" dirty="0" smtClean="0"/>
            </a:br>
            <a:r>
              <a:rPr kumimoji="1" lang="en-US" altLang="ko-KR" sz="1400" b="1" dirty="0" smtClean="0"/>
              <a:t>PW: 123456</a:t>
            </a:r>
          </a:p>
          <a:p>
            <a:r>
              <a:rPr kumimoji="1" lang="en-US" altLang="ko-KR" sz="1400" b="1" dirty="0" smtClean="0"/>
              <a:t>*</a:t>
            </a:r>
            <a:r>
              <a:rPr kumimoji="1" lang="ko-KR" altLang="en-US" sz="1400" b="1" dirty="0" smtClean="0"/>
              <a:t>중복 로그인 가능함</a:t>
            </a:r>
            <a:r>
              <a:rPr kumimoji="1" lang="en-US" altLang="ko-KR" sz="1400" b="1" dirty="0" smtClean="0"/>
              <a:t>.</a:t>
            </a:r>
          </a:p>
          <a:p>
            <a:r>
              <a:rPr kumimoji="1" lang="en-US" altLang="ko-KR" sz="1400" b="1" dirty="0" smtClean="0"/>
              <a:t>*</a:t>
            </a:r>
            <a:r>
              <a:rPr kumimoji="1" lang="ko-KR" altLang="en-US" sz="1400" b="1" dirty="0" smtClean="0"/>
              <a:t>웹</a:t>
            </a:r>
            <a:r>
              <a:rPr kumimoji="1" lang="en-US" altLang="ko-KR" sz="1400" b="1" dirty="0" smtClean="0"/>
              <a:t>) </a:t>
            </a:r>
            <a:r>
              <a:rPr kumimoji="1" lang="ko-KR" altLang="en-US" sz="1400" b="1" dirty="0" smtClean="0"/>
              <a:t>면회</a:t>
            </a:r>
            <a:r>
              <a:rPr kumimoji="1" lang="en-US" altLang="ko-KR" sz="1400" b="1" dirty="0" smtClean="0"/>
              <a:t>/</a:t>
            </a:r>
            <a:r>
              <a:rPr kumimoji="1" lang="ko-KR" altLang="en-US" sz="1400" b="1" dirty="0" err="1" smtClean="0"/>
              <a:t>제증명</a:t>
            </a:r>
            <a:r>
              <a:rPr kumimoji="1" lang="ko-KR" altLang="en-US" sz="1400" b="1" dirty="0" smtClean="0"/>
              <a:t> 신청 시 알림 기능은 없음</a:t>
            </a:r>
            <a:r>
              <a:rPr kumimoji="1" lang="en-US" altLang="ko-KR" sz="1400" b="1" dirty="0" smtClean="0"/>
              <a:t>. </a:t>
            </a:r>
            <a:r>
              <a:rPr kumimoji="1" lang="ko-KR" altLang="en-US" sz="1400" b="1" dirty="0" smtClean="0"/>
              <a:t>주기적으로 </a:t>
            </a:r>
            <a:r>
              <a:rPr kumimoji="1" lang="ko-KR" altLang="en-US" sz="1400" b="1" dirty="0" err="1" smtClean="0"/>
              <a:t>새로고침</a:t>
            </a:r>
            <a:r>
              <a:rPr kumimoji="1" lang="ko-KR" altLang="en-US" sz="1400" b="1" dirty="0" smtClean="0"/>
              <a:t> 필요함</a:t>
            </a:r>
            <a:r>
              <a:rPr kumimoji="1" lang="en-US" altLang="ko-KR" sz="1400" b="1" dirty="0" smtClean="0"/>
              <a:t>.</a:t>
            </a:r>
          </a:p>
          <a:p>
            <a:r>
              <a:rPr kumimoji="1" lang="en-US" altLang="ko-KR" sz="1400" b="1" dirty="0" smtClean="0"/>
              <a:t>*</a:t>
            </a:r>
            <a:r>
              <a:rPr kumimoji="1" lang="ko-KR" altLang="en-US" sz="1400" b="1" dirty="0" smtClean="0"/>
              <a:t>앱</a:t>
            </a:r>
            <a:r>
              <a:rPr kumimoji="1" lang="en-US" altLang="ko-KR" sz="1400" b="1" dirty="0" smtClean="0"/>
              <a:t>) </a:t>
            </a:r>
            <a:r>
              <a:rPr kumimoji="1" lang="ko-KR" altLang="en-US" sz="1400" b="1" dirty="0" smtClean="0"/>
              <a:t>추후</a:t>
            </a:r>
            <a:r>
              <a:rPr kumimoji="1" lang="en-US" altLang="ko-KR" sz="1400" b="1" dirty="0" smtClean="0"/>
              <a:t> </a:t>
            </a:r>
            <a:r>
              <a:rPr kumimoji="1" lang="ko-KR" altLang="en-US" sz="1400" b="1" dirty="0" smtClean="0"/>
              <a:t>관리자용</a:t>
            </a:r>
            <a:r>
              <a:rPr kumimoji="1" lang="en-US" altLang="ko-KR" sz="1400" b="1" dirty="0" smtClean="0"/>
              <a:t>/</a:t>
            </a:r>
            <a:r>
              <a:rPr kumimoji="1" lang="ko-KR" altLang="en-US" sz="1400" b="1" dirty="0" err="1" smtClean="0"/>
              <a:t>보호자용</a:t>
            </a:r>
            <a:r>
              <a:rPr kumimoji="1" lang="ko-KR" altLang="en-US" sz="1400" b="1" dirty="0"/>
              <a:t> </a:t>
            </a:r>
            <a:r>
              <a:rPr kumimoji="1" lang="ko-KR" altLang="en-US" sz="1400" b="1" dirty="0" smtClean="0"/>
              <a:t>두가지로 분리 계획</a:t>
            </a:r>
            <a:endParaRPr kumimoji="1" lang="en-US" altLang="ko-KR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40609" y="1022067"/>
            <a:ext cx="766588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앱 최초 실행 후 가입 필요</a:t>
            </a:r>
            <a:endParaRPr lang="en-US" altLang="ko-KR" sz="1400" b="1" dirty="0" smtClean="0"/>
          </a:p>
          <a:p>
            <a:endParaRPr lang="en-US" altLang="ko-KR" sz="1400" b="1" dirty="0" smtClean="0"/>
          </a:p>
          <a:p>
            <a:pPr marL="342900" indent="-342900">
              <a:buAutoNum type="arabicPeriod"/>
            </a:pPr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카카오톡으로 가입하기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이메일로 가입하기</a:t>
            </a:r>
            <a:r>
              <a:rPr lang="en-US" altLang="ko-KR" sz="1400" b="1" dirty="0" smtClean="0"/>
              <a:t>‘ </a:t>
            </a:r>
            <a:r>
              <a:rPr lang="ko-KR" altLang="en-US" sz="1400" b="1" dirty="0" smtClean="0"/>
              <a:t>중 선택</a:t>
            </a:r>
            <a:endParaRPr lang="en-US" altLang="ko-KR" sz="1400" b="1" dirty="0" smtClean="0"/>
          </a:p>
          <a:p>
            <a:pPr marL="342900" indent="-342900">
              <a:buAutoNum type="arabicPeriod"/>
            </a:pPr>
            <a:r>
              <a:rPr lang="en-US" altLang="ko-KR" sz="1400" b="1" dirty="0" smtClean="0"/>
              <a:t>SMS</a:t>
            </a:r>
            <a:r>
              <a:rPr lang="ko-KR" altLang="en-US" sz="1400" b="1" dirty="0" smtClean="0"/>
              <a:t>로 발송된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입력해야 가입 완료됨</a:t>
            </a:r>
            <a:r>
              <a:rPr lang="en-US" altLang="ko-KR" sz="1400" b="1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신환 입원 시 </a:t>
            </a:r>
            <a:r>
              <a:rPr lang="ko-KR" altLang="en-US" sz="1400" b="1" dirty="0" err="1" smtClean="0"/>
              <a:t>구글플레이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애플스토어에서 </a:t>
            </a:r>
            <a:r>
              <a:rPr lang="en-US" altLang="ko-KR" sz="1400" b="1" dirty="0" smtClean="0"/>
              <a:t>‘</a:t>
            </a:r>
            <a:r>
              <a:rPr lang="ko-KR" altLang="en-US" sz="1400" b="1" dirty="0" err="1" smtClean="0"/>
              <a:t>실버톡톡</a:t>
            </a:r>
            <a:r>
              <a:rPr lang="en-US" altLang="ko-KR" sz="1400" b="1" dirty="0" smtClean="0"/>
              <a:t>‘ </a:t>
            </a:r>
            <a:r>
              <a:rPr lang="ko-KR" altLang="en-US" sz="1400" b="1" dirty="0" smtClean="0"/>
              <a:t>설치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할 수 있도록 안내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 smtClean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pPr marL="342900" indent="-342900">
              <a:buAutoNum type="arabicParenBoth"/>
            </a:pPr>
            <a:r>
              <a:rPr lang="ko-KR" altLang="en-US" sz="1400" b="1" dirty="0" smtClean="0"/>
              <a:t>신환 입원</a:t>
            </a:r>
            <a:endParaRPr lang="en-US" altLang="ko-KR" sz="1400" b="1" dirty="0" smtClean="0"/>
          </a:p>
          <a:p>
            <a:pPr marL="342900" indent="-342900">
              <a:buAutoNum type="arabicParenBoth"/>
            </a:pPr>
            <a:r>
              <a:rPr lang="en-US" altLang="ko-KR" sz="1400" b="1" dirty="0" smtClean="0"/>
              <a:t>CMS &gt; [</a:t>
            </a:r>
            <a:r>
              <a:rPr lang="ko-KR" altLang="en-US" sz="1400" b="1" dirty="0" smtClean="0"/>
              <a:t>회원 관리</a:t>
            </a:r>
            <a:r>
              <a:rPr lang="en-US" altLang="ko-KR" sz="1400" b="1" dirty="0" smtClean="0"/>
              <a:t>] &gt; [</a:t>
            </a:r>
            <a:r>
              <a:rPr lang="ko-KR" altLang="en-US" sz="1400" b="1" dirty="0" err="1" smtClean="0"/>
              <a:t>환자목록</a:t>
            </a:r>
            <a:r>
              <a:rPr lang="en-US" altLang="ko-KR" sz="1400" b="1" dirty="0" smtClean="0"/>
              <a:t>] </a:t>
            </a:r>
            <a:r>
              <a:rPr lang="ko-KR" altLang="en-US" sz="1400" b="1" dirty="0" smtClean="0"/>
              <a:t>에서 환자정보 추가</a:t>
            </a:r>
            <a:endParaRPr lang="en-US" altLang="ko-KR" sz="1400" b="1" dirty="0" smtClean="0"/>
          </a:p>
          <a:p>
            <a:pPr marL="342900" indent="-342900">
              <a:buAutoNum type="arabicParenBoth"/>
            </a:pPr>
            <a:r>
              <a:rPr lang="ko-KR" altLang="en-US" sz="1400" b="1" dirty="0" smtClean="0"/>
              <a:t>환자정보 추가 완료되면 </a:t>
            </a:r>
            <a:r>
              <a:rPr lang="ko-KR" altLang="en-US" sz="1400" b="1" dirty="0" err="1" smtClean="0"/>
              <a:t>환자정보에</a:t>
            </a:r>
            <a:r>
              <a:rPr lang="ko-KR" altLang="en-US" sz="1400" b="1" dirty="0" smtClean="0"/>
              <a:t> 입력한 번호로 </a:t>
            </a:r>
            <a:r>
              <a:rPr lang="en-US" altLang="ko-KR" sz="1400" b="1" dirty="0" smtClean="0"/>
              <a:t>SMS </a:t>
            </a:r>
            <a:r>
              <a:rPr lang="ko-KR" altLang="en-US" sz="1400" b="1" dirty="0" smtClean="0"/>
              <a:t>자동 전송</a:t>
            </a:r>
            <a:endParaRPr lang="en-US" altLang="ko-KR" sz="1400" b="1" dirty="0" smtClean="0"/>
          </a:p>
          <a:p>
            <a:pPr marL="342900" indent="-342900">
              <a:buAutoNum type="arabicParenBoth"/>
            </a:pPr>
            <a:r>
              <a:rPr lang="ko-KR" altLang="en-US" sz="1400" b="1" dirty="0" smtClean="0"/>
              <a:t>혹시 자동 전송 안 될 경우</a:t>
            </a:r>
            <a:r>
              <a:rPr lang="en-US" altLang="ko-KR" sz="1400" b="1" dirty="0" smtClean="0"/>
              <a:t>, ‘</a:t>
            </a:r>
            <a:r>
              <a:rPr lang="ko-KR" altLang="en-US" sz="1400" b="1" dirty="0" smtClean="0"/>
              <a:t>보호자코드발급</a:t>
            </a:r>
            <a:r>
              <a:rPr lang="en-US" altLang="ko-KR" sz="1400" b="1" dirty="0" smtClean="0"/>
              <a:t>’</a:t>
            </a:r>
            <a:r>
              <a:rPr lang="ko-KR" altLang="en-US" sz="1400" b="1" dirty="0" smtClean="0"/>
              <a:t> 클릭하여 보호자에게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SMS </a:t>
            </a:r>
            <a:r>
              <a:rPr lang="ko-KR" altLang="en-US" sz="1400" b="1" dirty="0" smtClean="0"/>
              <a:t>발송</a:t>
            </a:r>
            <a:endParaRPr lang="en-US" altLang="ko-KR" sz="1400" b="1" dirty="0" smtClean="0"/>
          </a:p>
          <a:p>
            <a:pPr marL="342900" indent="-342900">
              <a:buAutoNum type="arabicParenBoth"/>
            </a:pPr>
            <a:r>
              <a:rPr lang="en-US" altLang="ko-KR" sz="1400" b="1" dirty="0" smtClean="0"/>
              <a:t>SMS</a:t>
            </a:r>
            <a:r>
              <a:rPr lang="ko-KR" altLang="en-US" sz="1400" b="1" dirty="0" smtClean="0"/>
              <a:t>로 발송된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입력 후 가입</a:t>
            </a:r>
            <a:endParaRPr lang="en-US" altLang="ko-KR" sz="1400" b="1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328542" y="1022067"/>
            <a:ext cx="3307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accent5"/>
                </a:solidFill>
              </a:rPr>
              <a:t>*</a:t>
            </a:r>
            <a:r>
              <a:rPr lang="ko-KR" altLang="en-US" sz="1400" b="1" dirty="0" err="1" smtClean="0">
                <a:solidFill>
                  <a:schemeClr val="accent5"/>
                </a:solidFill>
              </a:rPr>
              <a:t>주보호자가</a:t>
            </a:r>
            <a:r>
              <a:rPr lang="ko-KR" altLang="en-US" sz="1400" b="1" dirty="0" smtClean="0">
                <a:solidFill>
                  <a:schemeClr val="accent5"/>
                </a:solidFill>
              </a:rPr>
              <a:t> 앱 내에서 다른 보호자를</a:t>
            </a:r>
            <a:endParaRPr lang="en-US" altLang="ko-KR" sz="1400" b="1" dirty="0" smtClean="0">
              <a:solidFill>
                <a:schemeClr val="accent5"/>
              </a:solidFill>
            </a:endParaRPr>
          </a:p>
          <a:p>
            <a:r>
              <a:rPr lang="ko-KR" altLang="en-US" sz="1400" b="1" dirty="0" smtClean="0">
                <a:solidFill>
                  <a:schemeClr val="accent5"/>
                </a:solidFill>
              </a:rPr>
              <a:t>연락처로 초대하여 </a:t>
            </a:r>
            <a:r>
              <a:rPr lang="ko-KR" altLang="en-US" sz="1400" b="1" dirty="0" err="1" smtClean="0">
                <a:solidFill>
                  <a:schemeClr val="accent5"/>
                </a:solidFill>
              </a:rPr>
              <a:t>부보호자</a:t>
            </a:r>
            <a:r>
              <a:rPr lang="ko-KR" altLang="en-US" sz="1400" b="1" dirty="0" smtClean="0">
                <a:solidFill>
                  <a:schemeClr val="accent5"/>
                </a:solidFill>
              </a:rPr>
              <a:t> 지정 가능</a:t>
            </a:r>
            <a:endParaRPr lang="en-US" altLang="ko-KR" sz="1400" b="1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9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96167" y="3162300"/>
            <a:ext cx="5807827" cy="1643496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ko-KR" altLang="en-US" sz="1400" b="1" dirty="0" err="1" smtClean="0"/>
              <a:t>닥터스</a:t>
            </a:r>
            <a:r>
              <a:rPr lang="ko-KR" altLang="en-US" sz="1400" b="1" dirty="0" smtClean="0"/>
              <a:t>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접수</a:t>
            </a:r>
            <a:r>
              <a:rPr lang="en-US" altLang="ko-KR" sz="1400" b="1" dirty="0"/>
              <a:t>] </a:t>
            </a:r>
            <a:r>
              <a:rPr lang="en-US" altLang="ko-KR" sz="1400" b="1" dirty="0" smtClean="0"/>
              <a:t>&gt; [</a:t>
            </a:r>
            <a:r>
              <a:rPr lang="ko-KR" altLang="en-US" sz="1400" b="1" dirty="0" err="1"/>
              <a:t>입원현황</a:t>
            </a:r>
            <a:r>
              <a:rPr lang="en-US" altLang="ko-KR" sz="1400" b="1" dirty="0" smtClean="0"/>
              <a:t>]</a:t>
            </a:r>
          </a:p>
          <a:p>
            <a:pPr marL="342900" indent="-342900">
              <a:buAutoNum type="arabicPeriod"/>
            </a:pPr>
            <a:r>
              <a:rPr lang="en-US" altLang="ko-KR" sz="1400" b="1" dirty="0" smtClean="0"/>
              <a:t>‘</a:t>
            </a:r>
            <a:r>
              <a:rPr lang="ko-KR" altLang="en-US" sz="1400" b="1" dirty="0" err="1" smtClean="0"/>
              <a:t>입원현황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창에서 </a:t>
            </a:r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입원환자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조회 후 엑셀 파일로 저장</a:t>
            </a:r>
            <a:endParaRPr lang="en-US" altLang="ko-KR" sz="1400" b="1" dirty="0"/>
          </a:p>
          <a:p>
            <a:pPr marL="342900" indent="-342900">
              <a:buAutoNum type="arabicPeriod"/>
            </a:pPr>
            <a:r>
              <a:rPr lang="en-US" altLang="ko-KR" sz="1400" b="1" dirty="0" smtClean="0"/>
              <a:t>[</a:t>
            </a:r>
            <a:r>
              <a:rPr lang="ko-KR" altLang="en-US" sz="1400" b="1" dirty="0" err="1" smtClean="0"/>
              <a:t>출력구분</a:t>
            </a:r>
            <a:r>
              <a:rPr lang="en-US" altLang="ko-KR" sz="1400" b="1" dirty="0" smtClean="0"/>
              <a:t>] &gt; [</a:t>
            </a:r>
            <a:r>
              <a:rPr lang="ko-KR" altLang="en-US" sz="1400" b="1" dirty="0" smtClean="0"/>
              <a:t>전체</a:t>
            </a:r>
            <a:r>
              <a:rPr lang="en-US" altLang="ko-KR" sz="1400" b="1" dirty="0" smtClean="0"/>
              <a:t>] </a:t>
            </a:r>
            <a:r>
              <a:rPr lang="ko-KR" altLang="en-US" sz="1400" b="1" dirty="0" smtClean="0"/>
              <a:t>체크 후 저장</a:t>
            </a:r>
            <a:endParaRPr lang="en-US" altLang="ko-KR" sz="1400" b="1" dirty="0"/>
          </a:p>
        </p:txBody>
      </p:sp>
      <p:sp>
        <p:nvSpPr>
          <p:cNvPr id="5" name="타원 4"/>
          <p:cNvSpPr/>
          <p:nvPr/>
        </p:nvSpPr>
        <p:spPr>
          <a:xfrm>
            <a:off x="3865418" y="878035"/>
            <a:ext cx="523702" cy="24799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056"/>
          <a:stretch/>
        </p:blipFill>
        <p:spPr>
          <a:xfrm>
            <a:off x="0" y="552450"/>
            <a:ext cx="6384173" cy="63055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b="21916"/>
          <a:stretch/>
        </p:blipFill>
        <p:spPr>
          <a:xfrm>
            <a:off x="0" y="1085676"/>
            <a:ext cx="6384171" cy="5764011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067176" y="940294"/>
            <a:ext cx="447674" cy="135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90551" y="2997694"/>
            <a:ext cx="447674" cy="1646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200151" y="2997694"/>
            <a:ext cx="447674" cy="1646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315910" y="2647950"/>
            <a:ext cx="313115" cy="5143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220910" y="2950069"/>
            <a:ext cx="436940" cy="202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95250" y="9525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환자목록</a:t>
            </a:r>
            <a:r>
              <a:rPr lang="ko-KR" altLang="en-US" b="1" dirty="0" smtClean="0"/>
              <a:t> 준비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2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073"/>
          <a:stretch/>
        </p:blipFill>
        <p:spPr>
          <a:xfrm>
            <a:off x="0" y="553662"/>
            <a:ext cx="12192000" cy="630433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0344151" y="1181100"/>
            <a:ext cx="1809750" cy="3714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8" idx="1"/>
          </p:cNvCxnSpPr>
          <p:nvPr/>
        </p:nvCxnSpPr>
        <p:spPr>
          <a:xfrm flipH="1" flipV="1">
            <a:off x="9705975" y="1362075"/>
            <a:ext cx="638176" cy="4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25565" y="992743"/>
            <a:ext cx="68964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엑셀에서 </a:t>
            </a:r>
            <a:r>
              <a:rPr lang="ko-KR" altLang="en-US" sz="1400" b="1" dirty="0" err="1" smtClean="0"/>
              <a:t>환자추가</a:t>
            </a:r>
            <a:r>
              <a:rPr lang="en-US" altLang="ko-KR" sz="1400" b="1" dirty="0" smtClean="0"/>
              <a:t>‘ </a:t>
            </a:r>
            <a:r>
              <a:rPr lang="ko-KR" altLang="en-US" sz="1400" b="1" dirty="0" smtClean="0"/>
              <a:t>버튼 누르고 지난 단계에서 만든 엑셀 파일 선택하여 환자 추가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매일 업로드 필요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전실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전동 있는 경우 환자정보 수정 필요</a:t>
            </a:r>
            <a:endParaRPr lang="en-US" altLang="ko-KR" sz="1400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95250" y="95250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회원 관리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err="1" smtClean="0"/>
              <a:t>환자목록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88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5249" y="95250"/>
            <a:ext cx="1197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회원 관리</a:t>
            </a:r>
            <a:r>
              <a:rPr lang="en-US" altLang="ko-KR" b="1" dirty="0" smtClean="0"/>
              <a:t>] &gt; [</a:t>
            </a:r>
            <a:r>
              <a:rPr lang="ko-KR" altLang="en-US" b="1" dirty="0" err="1" smtClean="0"/>
              <a:t>환자목록</a:t>
            </a:r>
            <a:r>
              <a:rPr lang="en-US" altLang="ko-KR" b="1" dirty="0" smtClean="0"/>
              <a:t>] &gt; </a:t>
            </a:r>
            <a:r>
              <a:rPr lang="ko-KR" altLang="en-US" b="1" dirty="0" smtClean="0"/>
              <a:t>환자 추가 </a:t>
            </a:r>
            <a:r>
              <a:rPr lang="en-US" altLang="ko-KR" b="1" dirty="0" smtClean="0"/>
              <a:t>&gt; </a:t>
            </a:r>
            <a:r>
              <a:rPr lang="ko-KR" altLang="en-US" b="1" dirty="0" err="1" smtClean="0"/>
              <a:t>보호자코드</a:t>
            </a:r>
            <a:r>
              <a:rPr lang="ko-KR" altLang="en-US" b="1" dirty="0" smtClean="0"/>
              <a:t> 발송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확인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8148"/>
          <a:stretch/>
        </p:blipFill>
        <p:spPr>
          <a:xfrm>
            <a:off x="0" y="558801"/>
            <a:ext cx="6108700" cy="62991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78572"/>
          <a:stretch/>
        </p:blipFill>
        <p:spPr>
          <a:xfrm>
            <a:off x="6108700" y="558802"/>
            <a:ext cx="6083299" cy="1469503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076450" y="1778924"/>
            <a:ext cx="2445673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076450" y="2089272"/>
            <a:ext cx="2445673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511484" y="4130036"/>
            <a:ext cx="2010640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666790" y="4721232"/>
            <a:ext cx="2775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*3</a:t>
            </a:r>
            <a:r>
              <a:rPr lang="ko-KR" altLang="en-US" sz="1400" b="1" dirty="0" smtClean="0"/>
              <a:t>곳만 입력해도 환자 추가 가능</a:t>
            </a:r>
            <a:endParaRPr lang="ko-KR" altLang="en-US" sz="1400" b="1" dirty="0"/>
          </a:p>
        </p:txBody>
      </p:sp>
      <p:sp>
        <p:nvSpPr>
          <p:cNvPr id="6" name="오른쪽 화살표 5"/>
          <p:cNvSpPr/>
          <p:nvPr/>
        </p:nvSpPr>
        <p:spPr>
          <a:xfrm>
            <a:off x="5619496" y="3466084"/>
            <a:ext cx="978408" cy="48463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563448" y="1619592"/>
            <a:ext cx="445076" cy="275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9792392" y="1895302"/>
            <a:ext cx="0" cy="4821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18227" y="2605107"/>
            <a:ext cx="52499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클릭하면 보호자에게 </a:t>
            </a:r>
            <a:r>
              <a:rPr lang="en-US" altLang="ko-KR" sz="1400" b="1" dirty="0" smtClean="0"/>
              <a:t>SMS </a:t>
            </a:r>
            <a:r>
              <a:rPr lang="ko-KR" altLang="en-US" sz="1400" b="1" dirty="0" smtClean="0"/>
              <a:t>발송됨</a:t>
            </a:r>
            <a:r>
              <a:rPr lang="en-US" altLang="ko-KR" sz="1400" b="1" dirty="0" smtClean="0"/>
              <a:t>. (</a:t>
            </a:r>
            <a:r>
              <a:rPr lang="ko-KR" altLang="en-US" sz="1400" b="1" dirty="0" smtClean="0"/>
              <a:t>최초 가입 시 기준</a:t>
            </a:r>
            <a:r>
              <a:rPr lang="en-US" altLang="ko-KR" sz="1400" b="1" dirty="0" smtClean="0"/>
              <a:t>)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기존에 가입된 회원의 경우에도</a:t>
            </a:r>
            <a:r>
              <a:rPr lang="en-US" altLang="ko-KR" sz="1400" b="1" dirty="0" smtClean="0"/>
              <a:t> ‘</a:t>
            </a:r>
            <a:r>
              <a:rPr lang="ko-KR" altLang="en-US" sz="1400" b="1" dirty="0" err="1" smtClean="0"/>
              <a:t>코드발급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버튼으로 보일 수 있으나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클릭해도 기존에 발급된 코드 있어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새롭게 </a:t>
            </a:r>
            <a:r>
              <a:rPr lang="en-US" altLang="ko-KR" sz="1400" b="1" dirty="0" smtClean="0"/>
              <a:t>SMS </a:t>
            </a:r>
            <a:r>
              <a:rPr lang="ko-KR" altLang="en-US" sz="1400" b="1" dirty="0" smtClean="0"/>
              <a:t>전송되지 않고 기존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계정으로 로그인 가능함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최초 가입 시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입력하여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가입된 계정은 추후 </a:t>
            </a:r>
            <a:r>
              <a:rPr lang="ko-KR" altLang="en-US" sz="1400" b="1" dirty="0" err="1" smtClean="0"/>
              <a:t>보호자코드</a:t>
            </a:r>
            <a:r>
              <a:rPr lang="ko-KR" altLang="en-US" sz="1400" b="1" dirty="0" smtClean="0"/>
              <a:t> 입력할 </a:t>
            </a:r>
            <a:r>
              <a:rPr lang="ko-KR" altLang="en-US" sz="1400" b="1" dirty="0" err="1" smtClean="0"/>
              <a:t>필요없지만</a:t>
            </a:r>
            <a:r>
              <a:rPr lang="en-US" altLang="ko-KR" sz="1400" b="1" dirty="0" smtClean="0"/>
              <a:t>, [</a:t>
            </a:r>
            <a:r>
              <a:rPr lang="ko-KR" altLang="en-US" sz="1400" b="1" dirty="0" smtClean="0"/>
              <a:t>환자 목록</a:t>
            </a:r>
            <a:r>
              <a:rPr lang="en-US" altLang="ko-KR" sz="1400" b="1" dirty="0" smtClean="0"/>
              <a:t>]</a:t>
            </a:r>
            <a:r>
              <a:rPr lang="ko-KR" altLang="en-US" sz="1400" b="1" dirty="0" smtClean="0"/>
              <a:t>에서 환자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및 보호자 검색하여 코드 확인은 가능함</a:t>
            </a:r>
            <a:r>
              <a:rPr lang="en-US" altLang="ko-KR" sz="1400" b="1" dirty="0" smtClean="0"/>
              <a:t>.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4"/>
          <a:srcRect t="20926" b="50000"/>
          <a:stretch/>
        </p:blipFill>
        <p:spPr>
          <a:xfrm>
            <a:off x="6108699" y="4864100"/>
            <a:ext cx="6081712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2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7917"/>
          <a:stretch/>
        </p:blipFill>
        <p:spPr>
          <a:xfrm>
            <a:off x="0" y="553662"/>
            <a:ext cx="12192000" cy="631497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897309" y="3283444"/>
            <a:ext cx="465515" cy="202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H="1" flipV="1">
            <a:off x="6259133" y="3380034"/>
            <a:ext cx="638176" cy="4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6868733" y="5088802"/>
            <a:ext cx="465515" cy="202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H="1" flipV="1">
            <a:off x="6259133" y="5185392"/>
            <a:ext cx="638176" cy="4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0426" y="5031503"/>
            <a:ext cx="276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보호자 코드 발급되어 있는 경우</a:t>
            </a:r>
            <a:endParaRPr lang="ko-KR" altLang="en-US" sz="1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068133" y="3195368"/>
            <a:ext cx="4216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b="1" dirty="0" smtClean="0"/>
              <a:t>보호자 코드 발급 필요할 경우</a:t>
            </a:r>
            <a:endParaRPr lang="en-US" altLang="ko-KR" sz="1400" b="1" dirty="0" smtClean="0"/>
          </a:p>
          <a:p>
            <a:pPr algn="r"/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클릭하면 등록된 </a:t>
            </a:r>
            <a:r>
              <a:rPr lang="ko-KR" altLang="en-US" sz="1400" b="1" dirty="0" err="1" smtClean="0"/>
              <a:t>주보호자</a:t>
            </a:r>
            <a:r>
              <a:rPr lang="ko-KR" altLang="en-US" sz="1400" b="1" dirty="0" smtClean="0"/>
              <a:t> 연락처로 코드 전송됨</a:t>
            </a:r>
            <a:r>
              <a:rPr lang="en-US" altLang="ko-KR" sz="1400" b="1" dirty="0" smtClean="0"/>
              <a:t>.</a:t>
            </a:r>
            <a:endParaRPr lang="ko-KR" altLang="en-US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5250" y="95250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회원 관리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</a:t>
            </a:r>
            <a:r>
              <a:rPr lang="en-US" altLang="ko-KR" b="1" dirty="0"/>
              <a:t>[</a:t>
            </a:r>
            <a:r>
              <a:rPr lang="ko-KR" altLang="en-US" b="1" dirty="0" err="1" smtClean="0"/>
              <a:t>환자목록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0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7924"/>
          <a:stretch/>
        </p:blipFill>
        <p:spPr>
          <a:xfrm>
            <a:off x="0" y="553661"/>
            <a:ext cx="12192000" cy="6313864"/>
          </a:xfrm>
          <a:prstGeom prst="rect">
            <a:avLst/>
          </a:prstGeom>
        </p:spPr>
      </p:pic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780483" y="2709947"/>
            <a:ext cx="3591618" cy="37765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면회 메뉴</a:t>
            </a:r>
            <a:r>
              <a:rPr lang="en-US" altLang="ko-KR" sz="1400" b="1" dirty="0" smtClean="0"/>
              <a:t>: 2, 3</a:t>
            </a:r>
            <a:r>
              <a:rPr lang="ko-KR" altLang="en-US" sz="1400" b="1" dirty="0" smtClean="0"/>
              <a:t>병동만 면회 </a:t>
            </a:r>
            <a:r>
              <a:rPr lang="ko-KR" altLang="en-US" sz="1400" b="1" dirty="0" err="1" smtClean="0"/>
              <a:t>예약제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면회 예약가능 요일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월</a:t>
            </a:r>
            <a:r>
              <a:rPr lang="en-US" altLang="ko-KR" sz="1400" b="1" dirty="0" smtClean="0"/>
              <a:t>~</a:t>
            </a:r>
            <a:r>
              <a:rPr lang="ko-KR" altLang="en-US" sz="1400" b="1" dirty="0" smtClean="0"/>
              <a:t>일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면회 예약가능 시간</a:t>
            </a:r>
            <a:r>
              <a:rPr lang="en-US" altLang="ko-KR" sz="1400" b="1" dirty="0" smtClean="0"/>
              <a:t>: 30</a:t>
            </a:r>
            <a:r>
              <a:rPr lang="ko-KR" altLang="en-US" sz="1400" b="1" dirty="0" smtClean="0"/>
              <a:t>분 단위 </a:t>
            </a:r>
            <a:r>
              <a:rPr lang="en-US" altLang="ko-KR" sz="1400" b="1" dirty="0" smtClean="0"/>
              <a:t>(11:00~18:30)</a:t>
            </a:r>
          </a:p>
          <a:p>
            <a:pPr marL="0" indent="0">
              <a:buNone/>
            </a:pPr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병원 사정으로 면회 불가능한 요일 또는 시간 있을 경우 </a:t>
            </a:r>
            <a:r>
              <a:rPr lang="en-US" altLang="ko-KR" sz="1400" b="1" dirty="0" smtClean="0"/>
              <a:t>CMS</a:t>
            </a:r>
            <a:r>
              <a:rPr lang="ko-KR" altLang="en-US" sz="1400" b="1" dirty="0" smtClean="0"/>
              <a:t>에서 자물쇠 아이콘 클릭하여 일정 날짜 또는 시간에 면회 불가능하도록 제한할 수 있음</a:t>
            </a:r>
            <a:r>
              <a:rPr lang="en-US" altLang="ko-KR" sz="1400" b="1" dirty="0" smtClean="0"/>
              <a:t>.</a:t>
            </a:r>
          </a:p>
          <a:p>
            <a:pPr marL="0" indent="0">
              <a:buNone/>
            </a:pPr>
            <a:r>
              <a:rPr lang="en-US" altLang="ko-KR" sz="1400" b="1" dirty="0" smtClean="0"/>
              <a:t>*(</a:t>
            </a:r>
            <a:r>
              <a:rPr lang="ko-KR" altLang="en-US" sz="1400" b="1" dirty="0" smtClean="0"/>
              <a:t>앱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면회 시작 시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면회 종료 </a:t>
            </a:r>
            <a:r>
              <a:rPr lang="en-US" altLang="ko-KR" sz="1400" b="1" dirty="0" smtClean="0"/>
              <a:t>5</a:t>
            </a:r>
            <a:r>
              <a:rPr lang="ko-KR" altLang="en-US" sz="1400" b="1" dirty="0" smtClean="0"/>
              <a:t>분 전 알림 발송됨</a:t>
            </a:r>
            <a:r>
              <a:rPr lang="en-US" altLang="ko-KR" sz="1400" b="1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" y="95250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err="1" smtClean="0"/>
              <a:t>면회관리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면회 관리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9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5250" y="9525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err="1" smtClean="0"/>
              <a:t>제증명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요청 목록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8057"/>
          <a:stretch/>
        </p:blipFill>
        <p:spPr>
          <a:xfrm>
            <a:off x="0" y="556954"/>
            <a:ext cx="6108700" cy="6305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65289" y="1817570"/>
            <a:ext cx="5363969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보호자가 서류 신청 후</a:t>
            </a:r>
            <a:r>
              <a:rPr lang="en-US" altLang="ko-KR" sz="1400" b="1" dirty="0" smtClean="0"/>
              <a:t>, </a:t>
            </a:r>
          </a:p>
          <a:p>
            <a:endParaRPr lang="en-US" altLang="ko-KR" sz="1400" b="1" dirty="0"/>
          </a:p>
          <a:p>
            <a:r>
              <a:rPr lang="ko-KR" altLang="en-US" sz="1400" b="1" dirty="0" err="1" smtClean="0"/>
              <a:t>제증명</a:t>
            </a:r>
            <a:r>
              <a:rPr lang="ko-KR" altLang="en-US" sz="1400" b="1" dirty="0" smtClean="0"/>
              <a:t> 요청 시 </a:t>
            </a:r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업로드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클릭하여 서류 업로드 후</a:t>
            </a:r>
            <a:r>
              <a:rPr lang="en-US" altLang="ko-KR" sz="1400" b="1" dirty="0" smtClean="0"/>
              <a:t>,</a:t>
            </a:r>
          </a:p>
          <a:p>
            <a:r>
              <a:rPr lang="en-US" altLang="ko-KR" sz="1400" b="1" dirty="0" smtClean="0"/>
              <a:t>‘</a:t>
            </a:r>
            <a:r>
              <a:rPr lang="ko-KR" altLang="en-US" sz="1400" b="1" dirty="0" err="1" smtClean="0"/>
              <a:t>발급완료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클릭하면 앱에서 알림 발생함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ko-KR" altLang="en-US" sz="1400" b="1" dirty="0" err="1" smtClean="0"/>
              <a:t>업로드된</a:t>
            </a:r>
            <a:r>
              <a:rPr lang="ko-KR" altLang="en-US" sz="1400" b="1" dirty="0" smtClean="0"/>
              <a:t> 서류 보호자가 앱에서 이미지로 다운로드 가능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신청서 작성 필요함</a:t>
            </a:r>
            <a:r>
              <a:rPr lang="en-US" altLang="ko-KR" sz="1400" b="1" dirty="0" smtClean="0"/>
              <a:t>. </a:t>
            </a:r>
            <a:r>
              <a:rPr lang="ko-KR" altLang="en-US" sz="1400" b="1" dirty="0" smtClean="0"/>
              <a:t>구비서류 제출 받아야 함</a:t>
            </a:r>
            <a:r>
              <a:rPr lang="en-US" altLang="ko-KR" sz="1400" b="1" dirty="0" smtClean="0"/>
              <a:t>.</a:t>
            </a:r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err="1" smtClean="0"/>
              <a:t>발급완료</a:t>
            </a:r>
            <a:r>
              <a:rPr lang="ko-KR" altLang="en-US" sz="1400" b="1" dirty="0" smtClean="0"/>
              <a:t> 시 앱에서 구비서류 안내 알림 뜸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업로드 시 파일 선택 잘못했을 경우 </a:t>
            </a:r>
            <a:r>
              <a:rPr lang="ko-KR" altLang="en-US" sz="1400" b="1" dirty="0" err="1" smtClean="0"/>
              <a:t>업로드된</a:t>
            </a:r>
            <a:r>
              <a:rPr lang="ko-KR" altLang="en-US" sz="1400" b="1" dirty="0" smtClean="0"/>
              <a:t> 서류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이미지 상단에 </a:t>
            </a:r>
            <a:r>
              <a:rPr lang="en-US" altLang="ko-KR" sz="1400" b="1" dirty="0" smtClean="0"/>
              <a:t>X </a:t>
            </a:r>
            <a:r>
              <a:rPr lang="ko-KR" altLang="en-US" sz="1400" b="1" dirty="0" smtClean="0"/>
              <a:t>누르면 삭제 가능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주치의 거부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발급 제한 등의 이유로 발급 불가할 경우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‘</a:t>
            </a:r>
            <a:r>
              <a:rPr lang="ko-KR" altLang="en-US" sz="1400" b="1" dirty="0" err="1" smtClean="0"/>
              <a:t>신청취소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클릭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추후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정부</a:t>
            </a:r>
            <a:r>
              <a:rPr lang="en-US" altLang="ko-KR" sz="1400" b="1" dirty="0" smtClean="0"/>
              <a:t>24</a:t>
            </a:r>
            <a:r>
              <a:rPr lang="ko-KR" altLang="en-US" sz="1400" b="1" dirty="0" smtClean="0"/>
              <a:t>와 연동하여 앱에서 구비서류 제출까지 가능하도록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구현 예정 </a:t>
            </a:r>
            <a:r>
              <a:rPr lang="en-US" altLang="ko-KR" sz="1400" b="1" dirty="0" smtClean="0"/>
              <a:t>+</a:t>
            </a:r>
            <a:r>
              <a:rPr lang="ko-KR" altLang="en-US" sz="1400" b="1" dirty="0" smtClean="0"/>
              <a:t>제증명수수료까지 결제 가능하도록 구현 예정</a:t>
            </a:r>
            <a:endParaRPr lang="en-US" altLang="ko-KR" sz="1400" b="1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5048246" y="3616036"/>
            <a:ext cx="363339" cy="157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620558" y="3616036"/>
            <a:ext cx="264853" cy="540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279791" y="2626822"/>
            <a:ext cx="266007" cy="26600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620558" y="5189913"/>
            <a:ext cx="264853" cy="5403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10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1" b="8056"/>
          <a:stretch/>
        </p:blipFill>
        <p:spPr>
          <a:xfrm>
            <a:off x="0" y="553661"/>
            <a:ext cx="12192000" cy="6305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" y="9525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err="1" smtClean="0"/>
              <a:t>제증명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문서 관리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793289" y="4636970"/>
            <a:ext cx="6098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본원에서 발급되는 서류 종류 및 양식 추가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수정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삭제 가능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예시 이미지의 경우 </a:t>
            </a:r>
            <a:r>
              <a:rPr lang="en-US" altLang="ko-KR" sz="1400" b="1" dirty="0" smtClean="0"/>
              <a:t>EMR</a:t>
            </a:r>
            <a:r>
              <a:rPr lang="ko-KR" altLang="en-US" sz="1400" b="1" dirty="0" smtClean="0"/>
              <a:t>에서 개인정보 및 날짜 지우고 캡처하여 업로드</a:t>
            </a:r>
            <a:endParaRPr lang="en-US" altLang="ko-KR" sz="1400" b="1" dirty="0" smtClean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50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056"/>
          <a:stretch/>
        </p:blipFill>
        <p:spPr>
          <a:xfrm>
            <a:off x="0" y="552450"/>
            <a:ext cx="9705975" cy="6305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39325" y="2581840"/>
            <a:ext cx="21948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환자상태</a:t>
            </a:r>
            <a:r>
              <a:rPr lang="ko-KR" altLang="en-US" sz="1400" b="1" dirty="0" smtClean="0"/>
              <a:t> 설정하여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앱 메인페이지에서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확인할 수 있는 기능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ko-KR" altLang="en-US" sz="1400" b="1" dirty="0" err="1" smtClean="0"/>
              <a:t>간호과</a:t>
            </a:r>
            <a:r>
              <a:rPr lang="ko-KR" altLang="en-US" sz="1400" b="1" dirty="0" smtClean="0"/>
              <a:t> 협조 필요한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기능으로 추후 진행 예정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운영</a:t>
            </a:r>
            <a:r>
              <a:rPr lang="en-US" altLang="ko-KR" sz="1400" b="1" dirty="0" smtClean="0"/>
              <a:t>] &gt; [</a:t>
            </a:r>
            <a:r>
              <a:rPr lang="ko-KR" altLang="en-US" sz="1400" b="1" dirty="0" smtClean="0"/>
              <a:t>설정</a:t>
            </a:r>
            <a:r>
              <a:rPr lang="en-US" altLang="ko-KR" sz="1400" b="1" dirty="0" smtClean="0"/>
              <a:t>] </a:t>
            </a:r>
            <a:r>
              <a:rPr lang="ko-KR" altLang="en-US" sz="1400" b="1" dirty="0" smtClean="0"/>
              <a:t>메뉴에서</a:t>
            </a:r>
            <a:endParaRPr lang="en-US" altLang="ko-KR" sz="1400" b="1" dirty="0" smtClean="0"/>
          </a:p>
          <a:p>
            <a:r>
              <a:rPr lang="ko-KR" altLang="en-US" sz="1400" b="1" dirty="0" err="1" smtClean="0"/>
              <a:t>환자상태</a:t>
            </a:r>
            <a:r>
              <a:rPr lang="ko-KR" altLang="en-US" sz="1400" b="1" dirty="0" smtClean="0"/>
              <a:t> 보이기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숨기기</a:t>
            </a:r>
            <a:endParaRPr lang="en-US" altLang="ko-KR" sz="1400" b="1" dirty="0" smtClean="0"/>
          </a:p>
          <a:p>
            <a:r>
              <a:rPr lang="ko-KR" altLang="en-US" sz="1400" b="1" dirty="0" smtClean="0"/>
              <a:t>가능함</a:t>
            </a:r>
            <a:r>
              <a:rPr lang="en-US" altLang="ko-KR" sz="1400" b="1" dirty="0" smtClean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" y="95250"/>
            <a:ext cx="34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환자 관리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환자 상태 설정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69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5250" y="95250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공지사항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8195"/>
          <a:stretch/>
        </p:blipFill>
        <p:spPr>
          <a:xfrm>
            <a:off x="0" y="561975"/>
            <a:ext cx="6819899" cy="62960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b="44352"/>
          <a:stretch/>
        </p:blipFill>
        <p:spPr>
          <a:xfrm>
            <a:off x="0" y="2728913"/>
            <a:ext cx="6819899" cy="4129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62800" y="2001500"/>
            <a:ext cx="4705134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공지사항 게시 작성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수정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삭제 가능</a:t>
            </a:r>
            <a:endParaRPr lang="en-US" altLang="ko-KR" sz="1400" b="1" dirty="0" smtClean="0"/>
          </a:p>
          <a:p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앱 </a:t>
            </a:r>
            <a:r>
              <a:rPr lang="ko-KR" altLang="en-US" sz="1400" b="1" dirty="0" err="1" smtClean="0"/>
              <a:t>메인페이지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‘</a:t>
            </a:r>
            <a:r>
              <a:rPr lang="ko-KR" altLang="en-US" sz="1400" b="1" dirty="0" smtClean="0"/>
              <a:t>공지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영역에 보임</a:t>
            </a:r>
            <a:r>
              <a:rPr lang="en-US" altLang="ko-KR" sz="1400" b="1" dirty="0" smtClean="0"/>
              <a:t>)</a:t>
            </a:r>
          </a:p>
          <a:p>
            <a:endParaRPr lang="en-US" altLang="ko-KR" sz="1400" b="1" dirty="0"/>
          </a:p>
          <a:p>
            <a:pPr marL="285750" indent="-285750">
              <a:buFontTx/>
              <a:buChar char="-"/>
            </a:pPr>
            <a:r>
              <a:rPr lang="ko-KR" altLang="en-US" sz="1400" b="1" dirty="0" smtClean="0"/>
              <a:t>식단표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매주</a:t>
            </a:r>
            <a:endParaRPr lang="en-US" altLang="ko-KR" sz="1400" b="1" dirty="0" smtClean="0"/>
          </a:p>
          <a:p>
            <a:pPr marL="285750" indent="-285750">
              <a:buFontTx/>
              <a:buChar char="-"/>
            </a:pPr>
            <a:r>
              <a:rPr lang="en-US" altLang="ko-KR" sz="1400" b="1" dirty="0" smtClean="0"/>
              <a:t>VIP</a:t>
            </a:r>
            <a:r>
              <a:rPr lang="ko-KR" altLang="en-US" sz="1400" b="1" dirty="0" smtClean="0"/>
              <a:t>시네마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매주</a:t>
            </a:r>
            <a:endParaRPr lang="en-US" altLang="ko-KR" sz="1400" b="1" dirty="0" smtClean="0"/>
          </a:p>
          <a:p>
            <a:pPr marL="285750" indent="-285750">
              <a:buFontTx/>
              <a:buChar char="-"/>
            </a:pPr>
            <a:r>
              <a:rPr lang="ko-KR" altLang="en-US" sz="1400" b="1" dirty="0" err="1" smtClean="0"/>
              <a:t>생신잔치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매달 말 </a:t>
            </a:r>
            <a:r>
              <a:rPr lang="en-US" altLang="ko-KR" sz="1400" b="1" dirty="0" smtClean="0"/>
              <a:t>1</a:t>
            </a:r>
            <a:r>
              <a:rPr lang="ko-KR" altLang="en-US" sz="1400" b="1" dirty="0" smtClean="0"/>
              <a:t>회</a:t>
            </a:r>
            <a:endParaRPr lang="en-US" altLang="ko-KR" sz="1400" b="1" dirty="0" smtClean="0"/>
          </a:p>
          <a:p>
            <a:pPr marL="285750" indent="-285750">
              <a:buFontTx/>
              <a:buChar char="-"/>
            </a:pPr>
            <a:r>
              <a:rPr lang="ko-KR" altLang="en-US" sz="1400" b="1" dirty="0" smtClean="0"/>
              <a:t>이미용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달에 세번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금요일마다</a:t>
            </a:r>
            <a:r>
              <a:rPr lang="en-US" altLang="ko-KR" sz="1400" b="1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400" b="1" dirty="0" smtClean="0"/>
              <a:t>사회복지프로그램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매주 수요일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일정 변동될 수 있음</a:t>
            </a:r>
            <a:r>
              <a:rPr lang="en-US" altLang="ko-KR" sz="1400" b="1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400" b="1" dirty="0" smtClean="0"/>
              <a:t>그 외 병원 행사</a:t>
            </a:r>
            <a:endParaRPr lang="en-US" altLang="ko-KR" sz="1400" b="1" dirty="0" smtClean="0"/>
          </a:p>
          <a:p>
            <a:pPr marL="285750" indent="-285750">
              <a:buFontTx/>
              <a:buChar char="-"/>
            </a:pPr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각 </a:t>
            </a:r>
            <a:r>
              <a:rPr lang="ko-KR" altLang="en-US" sz="1400" b="1" dirty="0" err="1" smtClean="0"/>
              <a:t>담당자한테</a:t>
            </a:r>
            <a:r>
              <a:rPr lang="ko-KR" altLang="en-US" sz="1400" b="1" dirty="0" smtClean="0"/>
              <a:t> 사진 받아서 모자이크 작업 후 업로드</a:t>
            </a:r>
            <a:endParaRPr lang="en-US" altLang="ko-KR" sz="1400" b="1" dirty="0" smtClean="0"/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현재 앱 버전은 사진 확대 가능함</a:t>
            </a:r>
            <a:r>
              <a:rPr lang="en-US" altLang="ko-KR" sz="1400" b="1" dirty="0" smtClean="0"/>
              <a:t>.</a:t>
            </a:r>
            <a:endParaRPr lang="en-US" altLang="ko-KR" sz="1400" b="1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32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952"/>
            <a:ext cx="12192000" cy="685800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88093" y="2718259"/>
            <a:ext cx="74158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보호자가 앱에서 </a:t>
            </a:r>
            <a:r>
              <a:rPr lang="en-US" altLang="ko-KR" sz="1400" b="1" dirty="0" smtClean="0"/>
              <a:t>1:1 </a:t>
            </a:r>
            <a:r>
              <a:rPr lang="ko-KR" altLang="en-US" sz="1400" b="1" dirty="0" smtClean="0"/>
              <a:t>상담 보내면 저장됨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ko-KR" altLang="en-US" sz="1400" b="1" dirty="0" smtClean="0"/>
              <a:t>앱 현재 버전은 </a:t>
            </a:r>
            <a:r>
              <a:rPr lang="ko-KR" altLang="en-US" sz="1400" b="1" dirty="0" err="1" smtClean="0"/>
              <a:t>메인화면에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챗봇</a:t>
            </a:r>
            <a:r>
              <a:rPr lang="ko-KR" altLang="en-US" sz="1400" b="1" dirty="0" smtClean="0"/>
              <a:t> 아이콘 존재하여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보호자들이 많이 </a:t>
            </a:r>
            <a:r>
              <a:rPr lang="ko-KR" altLang="en-US" sz="1400" b="1" dirty="0" err="1" smtClean="0"/>
              <a:t>사용할거</a:t>
            </a:r>
            <a:r>
              <a:rPr lang="ko-KR" altLang="en-US" sz="1400" b="1" dirty="0" smtClean="0"/>
              <a:t> 같지는 않음</a:t>
            </a:r>
            <a:r>
              <a:rPr lang="en-US" altLang="ko-KR" sz="1400" b="1" dirty="0" smtClean="0"/>
              <a:t>.</a:t>
            </a:r>
          </a:p>
          <a:p>
            <a:r>
              <a:rPr lang="ko-KR" altLang="en-US" sz="1400" b="1" dirty="0" smtClean="0"/>
              <a:t>그러나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수시로 확인 필요 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민원 대응</a:t>
            </a:r>
            <a:r>
              <a:rPr lang="en-US" altLang="ko-KR" sz="1400" b="1" dirty="0" smtClean="0"/>
              <a:t>)</a:t>
            </a:r>
            <a:endParaRPr lang="en-US" altLang="ko-KR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5250" y="95250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[1:1 </a:t>
            </a:r>
            <a:r>
              <a:rPr lang="ko-KR" altLang="en-US" b="1" dirty="0" err="1" smtClean="0"/>
              <a:t>채팅상담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2106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953"/>
            <a:ext cx="12192000" cy="685800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88093" y="2718259"/>
            <a:ext cx="584006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보호자에게 알림 보낼 때 사용함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CMS</a:t>
            </a:r>
            <a:r>
              <a:rPr lang="ko-KR" altLang="en-US" sz="1400" b="1" dirty="0" smtClean="0"/>
              <a:t>에서 알림 보내면 </a:t>
            </a:r>
            <a:r>
              <a:rPr lang="en-US" altLang="ko-KR" sz="1400" b="1" dirty="0" smtClean="0"/>
              <a:t>&gt; </a:t>
            </a:r>
            <a:r>
              <a:rPr lang="ko-KR" altLang="en-US" sz="1400" b="1" dirty="0" smtClean="0"/>
              <a:t>해당 계정으로 </a:t>
            </a:r>
            <a:r>
              <a:rPr lang="ko-KR" altLang="en-US" sz="1400" b="1" dirty="0" err="1" smtClean="0"/>
              <a:t>로그인된</a:t>
            </a:r>
            <a:r>
              <a:rPr lang="ko-KR" altLang="en-US" sz="1400" b="1" dirty="0" smtClean="0"/>
              <a:t> 앱에서 푸시 알림 뜸</a:t>
            </a:r>
            <a:r>
              <a:rPr lang="en-US" altLang="ko-KR" sz="1400" b="1" dirty="0" smtClean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보호자가 알림 </a:t>
            </a:r>
            <a:r>
              <a:rPr lang="ko-KR" altLang="en-US" sz="1400" b="1" dirty="0" err="1" smtClean="0"/>
              <a:t>보내는건</a:t>
            </a:r>
            <a:r>
              <a:rPr lang="ko-KR" altLang="en-US" sz="1400" b="1" dirty="0" smtClean="0"/>
              <a:t> 불가능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병원에서 </a:t>
            </a:r>
            <a:r>
              <a:rPr lang="ko-KR" altLang="en-US" sz="1400" b="1" dirty="0" err="1" smtClean="0"/>
              <a:t>개인알림</a:t>
            </a:r>
            <a:r>
              <a:rPr lang="ko-KR" altLang="en-US" sz="1400" b="1" dirty="0" smtClean="0"/>
              <a:t> 필요시 사용</a:t>
            </a:r>
            <a:endParaRPr lang="en-US" altLang="ko-KR" sz="14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95250" y="9525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[1:1 </a:t>
            </a:r>
            <a:r>
              <a:rPr lang="ko-KR" altLang="en-US" b="1" dirty="0" err="1" smtClean="0"/>
              <a:t>개인알림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8314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5250" y="95250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병원 정보 관리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t="-1" b="29139"/>
          <a:stretch/>
        </p:blipFill>
        <p:spPr>
          <a:xfrm>
            <a:off x="6083300" y="1998287"/>
            <a:ext cx="6108700" cy="485971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b="29138"/>
          <a:stretch/>
        </p:blipFill>
        <p:spPr>
          <a:xfrm>
            <a:off x="0" y="1998287"/>
            <a:ext cx="6115228" cy="4859713"/>
          </a:xfrm>
          <a:prstGeom prst="rect">
            <a:avLst/>
          </a:prstGeom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35494" y="755787"/>
            <a:ext cx="11295611" cy="1048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 smtClean="0"/>
              <a:t>새로 들어오는 장비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새로 적용되는 특수한 특성 있을 경우 추가 필요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smtClean="0"/>
              <a:t>진료과목</a:t>
            </a:r>
            <a:r>
              <a:rPr lang="en-US" altLang="ko-KR" sz="1400" b="1" dirty="0" smtClean="0"/>
              <a:t>: </a:t>
            </a:r>
            <a:r>
              <a:rPr lang="ko-KR" altLang="en-US" sz="1400" b="1" dirty="0" smtClean="0"/>
              <a:t>주치의 입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퇴사에 따라 변경될 수도 있으니 변경될 경우 수정 필요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err="1" smtClean="0"/>
              <a:t>시설사진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협력병원 수정 가능</a:t>
            </a:r>
            <a:endParaRPr lang="en-US" altLang="ko-KR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25200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9E-16C0-48BB-8F2A-190950E14664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" y="95250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운영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&gt; [</a:t>
            </a:r>
            <a:r>
              <a:rPr lang="ko-KR" altLang="en-US" b="1" dirty="0" smtClean="0"/>
              <a:t>커버 이미지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3940695" y="2003562"/>
            <a:ext cx="7927456" cy="3578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 smtClean="0"/>
              <a:t>대표 이미지 설정 가능</a:t>
            </a:r>
            <a:endParaRPr lang="en-US" altLang="ko-KR" sz="1400" b="1" dirty="0" smtClean="0"/>
          </a:p>
          <a:p>
            <a:pPr marL="0" indent="0">
              <a:buNone/>
            </a:pPr>
            <a:endParaRPr lang="en-US" altLang="ko-KR" sz="1400" b="1" dirty="0" smtClean="0"/>
          </a:p>
          <a:p>
            <a:pPr marL="0" indent="0">
              <a:buNone/>
            </a:pPr>
            <a:r>
              <a:rPr lang="ko-KR" altLang="en-US" sz="1400" b="1" dirty="0" smtClean="0"/>
              <a:t>커버 이미지 설정 가능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커버 이미지 설정 시 앱 </a:t>
            </a:r>
            <a:r>
              <a:rPr lang="ko-KR" altLang="en-US" sz="1400" b="1" dirty="0" err="1" smtClean="0"/>
              <a:t>메인화면에</a:t>
            </a:r>
            <a:r>
              <a:rPr lang="ko-KR" altLang="en-US" sz="1400" b="1" dirty="0" smtClean="0"/>
              <a:t> 뜸</a:t>
            </a:r>
            <a:r>
              <a:rPr lang="en-US" altLang="ko-KR" sz="1400" b="1" dirty="0" smtClean="0"/>
              <a:t>. (</a:t>
            </a:r>
            <a:r>
              <a:rPr lang="ko-KR" altLang="en-US" sz="1400" b="1" dirty="0" err="1" smtClean="0"/>
              <a:t>현재버전</a:t>
            </a:r>
            <a:r>
              <a:rPr lang="ko-KR" altLang="en-US" sz="1400" b="1" dirty="0" smtClean="0"/>
              <a:t> 자동 슬라이드 기능 </a:t>
            </a:r>
            <a:r>
              <a:rPr lang="en-US" altLang="ko-KR" sz="1400" b="1" dirty="0" smtClean="0"/>
              <a:t>X)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 smtClean="0"/>
              <a:t>커버 이미지 설명 설정 가능</a:t>
            </a:r>
            <a:endParaRPr lang="en-US" altLang="ko-KR" sz="1400" b="1" dirty="0" smtClean="0"/>
          </a:p>
          <a:p>
            <a:pPr marL="0" indent="0">
              <a:buNone/>
            </a:pPr>
            <a:r>
              <a:rPr lang="en-US" altLang="ko-KR" sz="1400" b="1" dirty="0" smtClean="0"/>
              <a:t>*</a:t>
            </a:r>
            <a:r>
              <a:rPr lang="ko-KR" altLang="en-US" sz="1400" b="1" dirty="0" smtClean="0"/>
              <a:t>설정 시 앱 </a:t>
            </a:r>
            <a:r>
              <a:rPr lang="ko-KR" altLang="en-US" sz="1400" b="1" dirty="0" err="1" smtClean="0"/>
              <a:t>메인화면에</a:t>
            </a:r>
            <a:r>
              <a:rPr lang="ko-KR" altLang="en-US" sz="1400" b="1" dirty="0" smtClean="0"/>
              <a:t> 텍스트로 뜸</a:t>
            </a:r>
            <a:r>
              <a:rPr lang="en-US" altLang="ko-KR" sz="1400" b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483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3229</TotalTime>
  <Words>783</Words>
  <Application>Microsoft Office PowerPoint</Application>
  <PresentationFormat>와이드스크린</PresentationFormat>
  <Paragraphs>129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접수1</dc:creator>
  <cp:lastModifiedBy>VIP002</cp:lastModifiedBy>
  <cp:revision>102</cp:revision>
  <cp:lastPrinted>2026-04-06T03:38:07Z</cp:lastPrinted>
  <dcterms:created xsi:type="dcterms:W3CDTF">2025-08-18T02:18:01Z</dcterms:created>
  <dcterms:modified xsi:type="dcterms:W3CDTF">2026-04-07T09:05:13Z</dcterms:modified>
</cp:coreProperties>
</file>