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0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25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01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38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38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78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3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21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48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22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2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21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87465-3916-45FA-9DAF-760031A420B5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20194-15DB-488D-AFDF-0668726C6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15089" y="637673"/>
            <a:ext cx="6027822" cy="8638673"/>
          </a:xfrm>
        </p:spPr>
        <p:txBody>
          <a:bodyPr>
            <a:normAutofit/>
          </a:bodyPr>
          <a:lstStyle/>
          <a:p>
            <a:pPr algn="l" fontAlgn="base"/>
            <a:r>
              <a:rPr lang="ko-KR" altLang="en-US" sz="900" b="1" dirty="0" err="1"/>
              <a:t>실버톡톡</a:t>
            </a:r>
            <a:r>
              <a:rPr lang="ko-KR" altLang="en-US" sz="900" b="1" dirty="0"/>
              <a:t> 가입 </a:t>
            </a:r>
            <a:r>
              <a:rPr lang="ko-KR" altLang="en-US" sz="900" b="1" dirty="0" smtClean="0"/>
              <a:t>방법</a:t>
            </a:r>
            <a:endParaRPr lang="en-US" altLang="ko-KR" sz="900" b="1" dirty="0" smtClean="0"/>
          </a:p>
          <a:p>
            <a:pPr algn="l" fontAlgn="base"/>
            <a:endParaRPr lang="ko-KR" altLang="en-US" sz="900" dirty="0"/>
          </a:p>
          <a:p>
            <a:pPr algn="l" fontAlgn="base"/>
            <a:r>
              <a:rPr lang="ko-KR" altLang="en-US" sz="900" dirty="0" err="1"/>
              <a:t>주보호자</a:t>
            </a:r>
            <a:endParaRPr lang="ko-KR" altLang="en-US" sz="900" dirty="0"/>
          </a:p>
          <a:p>
            <a:pPr algn="l" fontAlgn="base"/>
            <a:r>
              <a:rPr lang="en-US" altLang="ko-KR" sz="900" dirty="0"/>
              <a:t>1) 'CMS &gt; [</a:t>
            </a:r>
            <a:r>
              <a:rPr lang="ko-KR" altLang="en-US" sz="900" dirty="0"/>
              <a:t>회원 관리</a:t>
            </a:r>
            <a:r>
              <a:rPr lang="en-US" altLang="ko-KR" sz="900" dirty="0"/>
              <a:t>] &gt; [</a:t>
            </a:r>
            <a:r>
              <a:rPr lang="ko-KR" altLang="en-US" sz="900" dirty="0" err="1"/>
              <a:t>환자목록</a:t>
            </a:r>
            <a:r>
              <a:rPr lang="en-US" altLang="ko-KR" sz="900" dirty="0"/>
              <a:t>]'</a:t>
            </a:r>
            <a:r>
              <a:rPr lang="ko-KR" altLang="en-US" sz="900" dirty="0"/>
              <a:t>에서 환자 추가</a:t>
            </a:r>
          </a:p>
          <a:p>
            <a:pPr algn="l" fontAlgn="base"/>
            <a:r>
              <a:rPr lang="en-US" altLang="ko-KR" sz="900" dirty="0"/>
              <a:t>2) </a:t>
            </a:r>
            <a:r>
              <a:rPr lang="ko-KR" altLang="en-US" sz="900" dirty="0"/>
              <a:t>환자 추가 완료되면 입력한 </a:t>
            </a:r>
            <a:r>
              <a:rPr lang="ko-KR" altLang="en-US" sz="900" dirty="0" err="1"/>
              <a:t>주보호자</a:t>
            </a:r>
            <a:r>
              <a:rPr lang="ko-KR" altLang="en-US" sz="900" dirty="0"/>
              <a:t> 연락처로 보호자 코드 문자 발송됨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pPr algn="l" fontAlgn="base"/>
            <a:r>
              <a:rPr lang="en-US" altLang="ko-KR" sz="900" dirty="0"/>
              <a:t>3) </a:t>
            </a:r>
            <a:r>
              <a:rPr lang="ko-KR" altLang="en-US" sz="900" dirty="0"/>
              <a:t>해당 보호자 코드 이용하여 가입 </a:t>
            </a:r>
            <a:r>
              <a:rPr lang="ko-KR" altLang="en-US" sz="900" dirty="0" smtClean="0"/>
              <a:t>진행</a:t>
            </a:r>
            <a:endParaRPr lang="en-US" altLang="ko-KR" sz="900" dirty="0" smtClean="0"/>
          </a:p>
          <a:p>
            <a:pPr algn="l" fontAlgn="base"/>
            <a:endParaRPr lang="ko-KR" altLang="en-US" sz="900" dirty="0"/>
          </a:p>
          <a:p>
            <a:pPr algn="l" fontAlgn="base"/>
            <a:r>
              <a:rPr lang="ko-KR" altLang="en-US" sz="900" dirty="0" err="1"/>
              <a:t>부보호자</a:t>
            </a:r>
            <a:endParaRPr lang="ko-KR" altLang="en-US" sz="900" dirty="0"/>
          </a:p>
          <a:p>
            <a:pPr algn="l" fontAlgn="base"/>
            <a:r>
              <a:rPr lang="en-US" altLang="ko-KR" sz="900" dirty="0"/>
              <a:t>1) </a:t>
            </a:r>
            <a:r>
              <a:rPr lang="ko-KR" altLang="en-US" sz="900" dirty="0" err="1"/>
              <a:t>주보호자가</a:t>
            </a:r>
            <a:r>
              <a:rPr lang="ko-KR" altLang="en-US" sz="900" dirty="0"/>
              <a:t> 앱에서 </a:t>
            </a:r>
            <a:r>
              <a:rPr lang="en-US" altLang="ko-KR" sz="900" dirty="0"/>
              <a:t>'</a:t>
            </a:r>
            <a:r>
              <a:rPr lang="ko-KR" altLang="en-US" sz="900" dirty="0" err="1"/>
              <a:t>내정보</a:t>
            </a:r>
            <a:r>
              <a:rPr lang="ko-KR" altLang="en-US" sz="900" dirty="0"/>
              <a:t> </a:t>
            </a:r>
            <a:r>
              <a:rPr lang="en-US" altLang="ko-KR" sz="900" dirty="0"/>
              <a:t>&gt; </a:t>
            </a:r>
            <a:r>
              <a:rPr lang="ko-KR" altLang="en-US" sz="900" dirty="0"/>
              <a:t>부 보호자 관리</a:t>
            </a:r>
            <a:r>
              <a:rPr lang="en-US" altLang="ko-KR" sz="900" dirty="0"/>
              <a:t>'</a:t>
            </a:r>
            <a:r>
              <a:rPr lang="ko-KR" altLang="en-US" sz="900" dirty="0"/>
              <a:t>에서 오른쪽 상단 아이콘 클릭하여 환자 선택 후 연락처 선택</a:t>
            </a:r>
          </a:p>
          <a:p>
            <a:pPr algn="l" fontAlgn="base"/>
            <a:r>
              <a:rPr lang="en-US" altLang="ko-KR" sz="900" dirty="0"/>
              <a:t>2) </a:t>
            </a:r>
            <a:r>
              <a:rPr lang="ko-KR" altLang="en-US" sz="900" dirty="0"/>
              <a:t>연락처 선택하면 </a:t>
            </a:r>
            <a:r>
              <a:rPr lang="en-US" altLang="ko-KR" sz="900" dirty="0"/>
              <a:t>'</a:t>
            </a:r>
            <a:r>
              <a:rPr lang="ko-KR" altLang="en-US" sz="900" dirty="0" err="1"/>
              <a:t>부보호자</a:t>
            </a:r>
            <a:r>
              <a:rPr lang="ko-KR" altLang="en-US" sz="900" dirty="0"/>
              <a:t> 인증 코드 전송</a:t>
            </a:r>
            <a:r>
              <a:rPr lang="en-US" altLang="ko-KR" sz="900" dirty="0"/>
              <a:t>' </a:t>
            </a:r>
            <a:r>
              <a:rPr lang="ko-KR" altLang="en-US" sz="900" dirty="0"/>
              <a:t>알림 확인 후 </a:t>
            </a:r>
            <a:r>
              <a:rPr lang="en-US" altLang="ko-KR" sz="900" dirty="0"/>
              <a:t>'</a:t>
            </a:r>
            <a:r>
              <a:rPr lang="ko-KR" altLang="en-US" sz="900" dirty="0"/>
              <a:t>확인</a:t>
            </a:r>
            <a:r>
              <a:rPr lang="en-US" altLang="ko-KR" sz="900" dirty="0"/>
              <a:t>'</a:t>
            </a:r>
            <a:endParaRPr lang="ko-KR" altLang="en-US" sz="900" dirty="0"/>
          </a:p>
          <a:p>
            <a:pPr algn="l" fontAlgn="base"/>
            <a:r>
              <a:rPr lang="en-US" altLang="ko-KR" sz="900" dirty="0"/>
              <a:t>3) </a:t>
            </a:r>
            <a:r>
              <a:rPr lang="ko-KR" altLang="en-US" sz="900" dirty="0" err="1"/>
              <a:t>부보호자</a:t>
            </a:r>
            <a:r>
              <a:rPr lang="ko-KR" altLang="en-US" sz="900" dirty="0"/>
              <a:t> 연락처로 보호자 코드 문자 발송됨</a:t>
            </a:r>
            <a:r>
              <a:rPr lang="en-US" altLang="ko-KR" sz="900" dirty="0"/>
              <a:t>.</a:t>
            </a:r>
            <a:endParaRPr lang="ko-KR" altLang="en-US" sz="900" dirty="0"/>
          </a:p>
          <a:p>
            <a:pPr algn="l" fontAlgn="base"/>
            <a:r>
              <a:rPr lang="en-US" altLang="ko-KR" sz="900" dirty="0"/>
              <a:t>4) </a:t>
            </a:r>
            <a:r>
              <a:rPr lang="ko-KR" altLang="en-US" sz="900" dirty="0"/>
              <a:t>해당 보호자 코드 이용하여 가입 </a:t>
            </a:r>
            <a:r>
              <a:rPr lang="ko-KR" altLang="en-US" sz="900" dirty="0" smtClean="0"/>
              <a:t>진행</a:t>
            </a:r>
            <a:endParaRPr lang="en-US" altLang="ko-KR" sz="900" dirty="0" smtClean="0"/>
          </a:p>
          <a:p>
            <a:pPr algn="l" fontAlgn="base"/>
            <a:endParaRPr lang="ko-KR" altLang="en-US" sz="900" dirty="0"/>
          </a:p>
          <a:p>
            <a:pPr algn="l" fontAlgn="base"/>
            <a:r>
              <a:rPr lang="ko-KR" altLang="en-US" sz="900" dirty="0"/>
              <a:t>*</a:t>
            </a:r>
            <a:r>
              <a:rPr lang="en-US" altLang="ko-KR" sz="900" dirty="0"/>
              <a:t>'</a:t>
            </a:r>
            <a:r>
              <a:rPr lang="ko-KR" altLang="en-US" sz="900" dirty="0" err="1"/>
              <a:t>내정보</a:t>
            </a:r>
            <a:r>
              <a:rPr lang="ko-KR" altLang="en-US" sz="900" dirty="0"/>
              <a:t> </a:t>
            </a:r>
            <a:r>
              <a:rPr lang="en-US" altLang="ko-KR" sz="900" dirty="0"/>
              <a:t>&gt; '</a:t>
            </a:r>
            <a:r>
              <a:rPr lang="ko-KR" altLang="en-US" sz="900" dirty="0"/>
              <a:t>부 보호자 관리</a:t>
            </a:r>
            <a:r>
              <a:rPr lang="en-US" altLang="ko-KR" sz="900" dirty="0"/>
              <a:t>'</a:t>
            </a:r>
            <a:r>
              <a:rPr lang="ko-KR" altLang="en-US" sz="900" dirty="0"/>
              <a:t>에서 초대한 </a:t>
            </a:r>
            <a:r>
              <a:rPr lang="ko-KR" altLang="en-US" sz="900" dirty="0" err="1"/>
              <a:t>부보호자</a:t>
            </a:r>
            <a:r>
              <a:rPr lang="ko-KR" altLang="en-US" sz="900" dirty="0"/>
              <a:t> </a:t>
            </a:r>
            <a:r>
              <a:rPr lang="ko-KR" altLang="en-US" sz="900" dirty="0" err="1"/>
              <a:t>초대취소</a:t>
            </a:r>
            <a:r>
              <a:rPr lang="ko-KR" altLang="en-US" sz="900" dirty="0"/>
              <a:t> 가능</a:t>
            </a:r>
          </a:p>
          <a:p>
            <a:pPr algn="l" fontAlgn="base"/>
            <a:r>
              <a:rPr lang="ko-KR" altLang="en-US" sz="900" dirty="0"/>
              <a:t>*</a:t>
            </a:r>
            <a:r>
              <a:rPr lang="ko-KR" altLang="en-US" sz="900" dirty="0" err="1"/>
              <a:t>부보호자</a:t>
            </a:r>
            <a:r>
              <a:rPr lang="ko-KR" altLang="en-US" sz="900" dirty="0"/>
              <a:t> 인원 제한 </a:t>
            </a:r>
            <a:r>
              <a:rPr lang="en-US" altLang="ko-KR" sz="900" dirty="0"/>
              <a:t>X</a:t>
            </a:r>
            <a:endParaRPr lang="ko-KR" altLang="en-US" sz="900" dirty="0"/>
          </a:p>
          <a:p>
            <a:pPr algn="l" fontAlgn="base"/>
            <a:r>
              <a:rPr lang="ko-KR" altLang="en-US" sz="900" dirty="0"/>
              <a:t>*면회는 환자 </a:t>
            </a:r>
            <a:r>
              <a:rPr lang="ko-KR" altLang="en-US" sz="900" dirty="0" err="1"/>
              <a:t>한명당</a:t>
            </a:r>
            <a:r>
              <a:rPr lang="ko-KR" altLang="en-US" sz="900" dirty="0"/>
              <a:t> 하루 </a:t>
            </a:r>
            <a:r>
              <a:rPr lang="en-US" altLang="ko-KR" sz="900" dirty="0"/>
              <a:t>1</a:t>
            </a:r>
            <a:r>
              <a:rPr lang="ko-KR" altLang="en-US" sz="900" dirty="0"/>
              <a:t>회 </a:t>
            </a:r>
            <a:r>
              <a:rPr lang="ko-KR" altLang="en-US" sz="900" dirty="0" smtClean="0"/>
              <a:t>가능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 </a:t>
            </a:r>
            <a:r>
              <a:rPr lang="ko-KR" altLang="en-US" sz="900" dirty="0" err="1"/>
              <a:t>주보호자든</a:t>
            </a:r>
            <a:r>
              <a:rPr lang="ko-KR" altLang="en-US" sz="900" dirty="0"/>
              <a:t> </a:t>
            </a:r>
            <a:r>
              <a:rPr lang="ko-KR" altLang="en-US" sz="900" dirty="0" err="1"/>
              <a:t>부보호자든</a:t>
            </a:r>
            <a:r>
              <a:rPr lang="ko-KR" altLang="en-US" sz="900" dirty="0"/>
              <a:t> 먼저 예약한 계정으로 예약되며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해당일 </a:t>
            </a:r>
            <a:r>
              <a:rPr lang="ko-KR" altLang="en-US" sz="900" dirty="0"/>
              <a:t>추가 예약 </a:t>
            </a:r>
            <a:r>
              <a:rPr lang="ko-KR" altLang="en-US" sz="900" dirty="0" smtClean="0"/>
              <a:t>불가</a:t>
            </a:r>
            <a:endParaRPr lang="ko-KR" altLang="en-US" sz="9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4917904"/>
            <a:ext cx="2009274" cy="435342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637" y="4922918"/>
            <a:ext cx="2009274" cy="435342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363" y="4917904"/>
            <a:ext cx="2009274" cy="43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8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134</Words>
  <Application>Microsoft Office PowerPoint</Application>
  <PresentationFormat>A4 용지(210x297mm)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VIP002</dc:creator>
  <cp:lastModifiedBy>VIP002</cp:lastModifiedBy>
  <cp:revision>1</cp:revision>
  <cp:lastPrinted>2026-04-07T07:18:25Z</cp:lastPrinted>
  <dcterms:created xsi:type="dcterms:W3CDTF">2026-04-07T07:10:36Z</dcterms:created>
  <dcterms:modified xsi:type="dcterms:W3CDTF">2026-04-07T09:05:08Z</dcterms:modified>
</cp:coreProperties>
</file>